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3" r:id="rId9"/>
    <p:sldId id="264" r:id="rId10"/>
    <p:sldId id="269" r:id="rId11"/>
    <p:sldId id="267" r:id="rId12"/>
    <p:sldId id="26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01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2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04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98464" y="1463040"/>
            <a:ext cx="18288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737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7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219456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하나에 </a:t>
            </a:r>
            <a:r>
              <a:rPr lang="en-US" sz="5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36시간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3429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AI가 정확한 답을 하기까지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4069080"/>
            <a:ext cx="3044952" cy="18288"/>
          </a:xfrm>
          <a:prstGeom prst="rect">
            <a:avLst/>
          </a:prstGeom>
          <a:solidFill>
            <a:srgbClr val="2A3A70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206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김광현  |  </a:t>
            </a:r>
            <a:r>
              <a:rPr lang="en-US" sz="1200" dirty="0" smtClean="0">
                <a:solidFill>
                  <a:srgbClr val="556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Q </a:t>
            </a:r>
            <a:r>
              <a:rPr lang="en-US" sz="1200" dirty="0">
                <a:solidFill>
                  <a:srgbClr val="556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전,</a:t>
            </a:r>
            <a:endParaRPr lang="en-US" sz="3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붙잡고 있었던 질문 하나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0" y="2560320"/>
            <a:ext cx="213055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83464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제가 약 6개월 전, </a:t>
            </a:r>
            <a:r>
              <a:rPr lang="en-US" sz="1500" dirty="0" smtClean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</a:t>
            </a:r>
            <a:r>
              <a:rPr lang="en-US" sz="1500" dirty="0" err="1" smtClean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Q를</a:t>
            </a:r>
            <a:r>
              <a:rPr lang="en-US" sz="1500" dirty="0" smtClean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학습시키면서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오래 붙잡고 있었던 질문 하나를 말씀드리려고 합니다.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말씀드리는 건 현재의 이야기가 아니라,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제가 실제로 가장 많이 막혔던 순간의 이야기입니다.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9966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30일 동안</a:t>
            </a:r>
            <a:endParaRPr lang="en-US" sz="4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거래가 없던 계좌 찾아줘"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560320" y="3794760"/>
            <a:ext cx="7040880" cy="1600200"/>
          </a:xfrm>
          <a:prstGeom prst="roundRect">
            <a:avLst>
              <a:gd name="adj" fmla="val 8571"/>
            </a:avLst>
          </a:prstGeom>
          <a:solidFill>
            <a:srgbClr val="F8F9FF"/>
          </a:solidFill>
          <a:ln w="12700">
            <a:solidFill>
              <a:srgbClr val="E0E8FF"/>
            </a:solidFill>
            <a:prstDash val="solid"/>
          </a:ln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39319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봤을 때는 누구나 이렇게 생각합니다.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43891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정도 질문은 AI가 당연히 잘하겠지."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RESPONSE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48640"/>
            <a:ext cx="6583680" cy="5852160"/>
          </a:xfrm>
          <a:prstGeom prst="roundRect">
            <a:avLst>
              <a:gd name="adj" fmla="val 1875"/>
            </a:avLst>
          </a:prstGeom>
          <a:solidFill>
            <a:srgbClr val="F2F4F8"/>
          </a:solidFill>
          <a:ln w="12700">
            <a:solidFill>
              <a:srgbClr val="C5CD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59893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ChatGPT 화면 캡처</a:t>
            </a:r>
            <a:endParaRPr lang="en-US" sz="1100" dirty="0"/>
          </a:p>
        </p:txBody>
      </p:sp>
      <p:pic>
        <p:nvPicPr>
          <p:cNvPr id="8" name="Image 0" descr="C:\Users\김광현\Desktop\클로드작업물\mockup_s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48640"/>
            <a:ext cx="6583680" cy="5852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548640"/>
            <a:ext cx="4663440" cy="3063240"/>
          </a:xfrm>
          <a:prstGeom prst="roundRect">
            <a:avLst>
              <a:gd name="adj" fmla="val 4179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blurRad="101600" dist="25400" dir="16200000" algn="bl" rotWithShape="0">
              <a:srgbClr val="EF4444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24928" y="71323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7424928" y="71323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정답이 아닙니다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24928" y="11430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"방법 설명"이 아닙니다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24928" y="214884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당장 </a:t>
            </a: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계좌가 몇 개인지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판단할 수 있는 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구조화된 숫자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필요합니다.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223760" y="3749040"/>
            <a:ext cx="466344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06640" y="3886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VS 현실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06640" y="4297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4361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답변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0664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쿼리를 활용하거나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필터를 사용하면...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268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875520" y="4297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0" y="4361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답변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없는 계좌 12개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계좌번호 목록 즉시 출력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INSIGHT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914400"/>
            <a:ext cx="1219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
</a:t>
            </a:r>
            <a:r>
              <a:rPr lang="en-US" sz="3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설명이 아니라, 바로 판단할 수 있는 데이터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8892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계좌가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계좌가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 있는지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2396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86384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판단할 수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형태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04672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길게 쓰면 해결될까?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설명을 붙이고, 예시를 넣고,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더 자세히 적으면 될 줄 알았습니다.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78892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1872" y="294436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1435608" y="2944368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344" y="294436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28895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prompt.txt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3182112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최근 30일 동안 거래가 없는 계좌를 찾아줘.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여기서 30일은 오늘 기준 정확히 30일 전(캘린더 기준)이고,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거래는 입금·출금·자동이체 모두 포함해.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단, 내부 이체는 제외하고 외부 거래만 봐줘.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수시 입출금 계좌만 해당하고, 법인·개인 명의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계좌 모두 포함해서 회사명 / 계좌번호 /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마지막 거래일 순으로 정리해줘.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6276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모델 버전이 바뀌면 답이 흔들렸고,</a:t>
            </a:r>
            <a:endParaRPr lang="en-US" sz="13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영역이 확장되면 결과가 달라졌습니다.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971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다른 답변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3375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392424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12일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93408" y="36210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계좌는 총 12개입니다.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42519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4306824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12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13일 (모델 업데이트 후)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93408" y="45354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내역이 없는 계좌는 확인되지 않습니다.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45920" y="5257800"/>
            <a:ext cx="8869680" cy="1051560"/>
          </a:xfrm>
          <a:prstGeom prst="roundRect">
            <a:avLst>
              <a:gd name="adj" fmla="val 12174"/>
            </a:avLst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5257800"/>
            <a:ext cx="8869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 하나를 붙잡고 거의 </a:t>
            </a: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36시간</a:t>
            </a: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씨름한 뒤에야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맞아야 한다는 걸 알게 됐습니다.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05"/>
            <a:ext cx="12192000" cy="685990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0E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r>
              <a:rPr lang="en-US" sz="4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4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800225"/>
            <a:ext cx="829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이 질문 하나를 해결하기 위해 </a:t>
            </a:r>
            <a:r>
              <a:rPr lang="en-US" dirty="0" err="1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붙잡고</a:t>
            </a:r>
            <a:r>
              <a:rPr lang="en-US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있었던</a:t>
            </a:r>
            <a:endParaRPr lang="en-US" dirty="0">
              <a:solidFill>
                <a:schemeClr val="bg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04465" y="4514850"/>
            <a:ext cx="6241460" cy="15792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 3시, 모니터 불빛만 남은 사무실.</a:t>
            </a:r>
            <a:endParaRPr lang="en-US" sz="1400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질문을 수십 번 고쳐 쓰며</a:t>
            </a:r>
            <a:endParaRPr lang="en-US" sz="1400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 이게 안 되지?"를 반복했습니다.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17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05756" y="1828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05756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PRINCIPLES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64008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맞아야 한다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설정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30일" — 기준이 필요하다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오늘? 영업일? 정산일?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틀린 게 아니라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기준을 정의하지 않았던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업무 규칙이 반영된 언어(DSL)로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변환하는 구조를 만들었다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456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 파악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4456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4456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"거래"가 뭔지 AI는 모른다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4456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입금만? 출금도? 자동이체까지?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정하지 않으면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겉으로 맞아 보이는데 실제로 틀린 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456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가장 오래 막혔던 부분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8388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8504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838504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8504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표현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8504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32" name="Text 30"/>
          <p:cNvSpPr/>
          <p:nvPr/>
        </p:nvSpPr>
        <p:spPr>
          <a:xfrm>
            <a:off x="838504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Format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8504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맞게 가져와도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문장으로 길게 나오면 쓸 수 없다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38504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35" name="Text 33"/>
          <p:cNvSpPr/>
          <p:nvPr/>
        </p:nvSpPr>
        <p:spPr>
          <a:xfrm>
            <a:off x="838504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"계좌는 총 12개이며..."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고객은 바로 판단할 수 없다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8504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숫자는 숫자답게,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계좌는 계좌답게, 구조화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233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9418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이해하는 것과
사용자가 바로 판단할 수 있도록
결과를 완성하는 건
</a:t>
            </a:r>
            <a:r>
              <a:rPr lang="en-US" sz="3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다른 문제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56692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66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36시간의 경험에서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713232"/>
            <a:ext cx="1219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질문으로 시작했습니다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55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이번달 수시입출 거래내역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08960" y="1417320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655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지난달 은행별 총입금액 알려줘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6032" y="2404872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6426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현재 수시입출계좌 잔액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08960" y="2404872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6426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이번달 말 전체 가용자금 얼마야?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6032" y="3392424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630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이번달 법인카드 사용금액 알려줘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108960" y="3392424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630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법인카드 한도 및 잔여한도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6032" y="4379976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617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전체 계좌 목록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108960" y="4379976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617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이번달 매입 세금계산서 목록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56032" y="5367528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5605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오늘 달러 환율 알려줘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108960" y="5367528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5605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현재 보유 증권 현황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961888" y="34701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6812280" y="1892808"/>
            <a:ext cx="5074920" cy="3840480"/>
          </a:xfrm>
          <a:prstGeom prst="roundRect">
            <a:avLst>
              <a:gd name="adj" fmla="val 4762"/>
            </a:avLst>
          </a:prstGeom>
          <a:solidFill>
            <a:srgbClr val="2563EB">
              <a:alpha val="90000"/>
            </a:srgbClr>
          </a:solidFill>
          <a:ln/>
          <a:effectLst>
            <a:outerShdw blurRad="177800" dist="50800" dir="16200000" algn="bl" rotWithShape="0">
              <a:srgbClr val="2563EB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12280" y="2212848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endParaRPr lang="en-US" sz="7200" dirty="0"/>
          </a:p>
        </p:txBody>
      </p:sp>
      <p:sp>
        <p:nvSpPr>
          <p:cNvPr id="50" name="Text 48"/>
          <p:cNvSpPr/>
          <p:nvPr/>
        </p:nvSpPr>
        <p:spPr>
          <a:xfrm>
            <a:off x="6812280" y="4087368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질문 세트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12280" y="4608576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분석 → 업무별 분류 → 반복 추가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20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&amp; AFTER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5486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완전히 다른 결과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0" y="1115568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전에는 되묻기만 했던 질문이, 지금은 즉시 구조화된 데이터로 나옵니다.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EF5F5"/>
          </a:solidFill>
          <a:ln w="12700">
            <a:solidFill>
              <a:srgbClr val="FDB8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" y="6217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8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BranchQ 화면 (6개월 전)</a:t>
            </a:r>
            <a:endParaRPr lang="en-US" sz="1100" dirty="0"/>
          </a:p>
        </p:txBody>
      </p:sp>
      <p:pic>
        <p:nvPicPr>
          <p:cNvPr id="12" name="Image 0" descr="C:\Users\김광현\Desktop\클로드작업물\mockup_s9_befo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965960"/>
            <a:ext cx="4389120" cy="4572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0916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577840" y="1600200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0" y="1920240"/>
            <a:ext cx="6400800" cy="4663440"/>
          </a:xfrm>
          <a:prstGeom prst="roundRect">
            <a:avLst>
              <a:gd name="adj" fmla="val 2353"/>
            </a:avLst>
          </a:prstGeom>
          <a:solidFill>
            <a:srgbClr val="F2FCF5"/>
          </a:solidFill>
          <a:ln w="12700">
            <a:solidFill>
              <a:srgbClr val="86EFAC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5486400" y="6245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A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BranchQ 화면 (현재)</a:t>
            </a:r>
            <a:endParaRPr lang="en-US" sz="1100" dirty="0"/>
          </a:p>
        </p:txBody>
      </p:sp>
      <p:pic>
        <p:nvPicPr>
          <p:cNvPr id="18" name="Image 1" descr="C:\Users\김광현\Desktop\클로드작업물\mockup_s9_af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1920240"/>
            <a:ext cx="6400800" cy="4663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180076" y="155448"/>
            <a:ext cx="1828800" cy="274320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180076" y="155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594360"/>
            <a:ext cx="10725912" cy="4754880"/>
          </a:xfrm>
          <a:prstGeom prst="roundRect">
            <a:avLst>
              <a:gd name="adj" fmla="val 4808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77240"/>
            <a:ext cx="107259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DD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정답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400" dirty="0" smtClean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</a:t>
            </a:r>
            <a:r>
              <a:rPr lang="en-US" altLang="ko-KR" sz="1400" dirty="0" err="1" smtClean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r>
              <a:rPr lang="en-US" sz="1400" dirty="0" err="1" smtClean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r>
              <a:rPr lang="en-US" sz="1400" dirty="0" smtClean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나아가야 할 기준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71600" y="5532120"/>
            <a:ext cx="9445752" cy="1371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669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정답률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565099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56692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5669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565099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5668075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 smtClean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</a:t>
            </a:r>
            <a:r>
              <a:rPr lang="en-US" sz="11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%도 불안합니다.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17320"/>
            <a:ext cx="9418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AA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안에 그 기업들은
</a:t>
            </a:r>
            <a:r>
              <a:rPr lang="en-US" sz="2200" b="1" dirty="0" smtClean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</a:t>
            </a:r>
            <a:r>
              <a:rPr lang="en-US" sz="2200" b="1" dirty="0" err="1" smtClean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Q에게</a:t>
            </a:r>
            <a:r>
              <a:rPr lang="en-US" sz="2200" b="1" dirty="0" smtClean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일을 먼저 묻고</a:t>
            </a:r>
            <a:endParaRPr lang="en-US" sz="2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AA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하루를 시작하게 될 겁니다.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11457432" cy="18288"/>
          </a:xfrm>
          <a:prstGeom prst="rect">
            <a:avLst/>
          </a:prstGeom>
          <a:solidFill>
            <a:srgbClr val="2A3A70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24612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27248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127248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29884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929884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34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732520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CFE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24612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27248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27248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29884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BEB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29884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732520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74320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27248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076956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29884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879592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32520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682228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12E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5" name="Text 3"/>
          <p:cNvSpPr/>
          <p:nvPr/>
        </p:nvSpPr>
        <p:spPr>
          <a:xfrm>
            <a:off x="1385316" y="477239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만 개 기업이 매일 아침 브랜치를 켜고 하루를 시작합니다.</a:t>
            </a:r>
            <a:endParaRPr lang="en-US" sz="1600" dirty="0"/>
          </a:p>
        </p:txBody>
      </p:sp>
      <p:sp>
        <p:nvSpPr>
          <p:cNvPr id="36" name="Text 4"/>
          <p:cNvSpPr/>
          <p:nvPr/>
        </p:nvSpPr>
        <p:spPr>
          <a:xfrm>
            <a:off x="4357115" y="4144115"/>
            <a:ext cx="3531414" cy="101925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684</Words>
  <Application>Microsoft Office PowerPoint</Application>
  <PresentationFormat>와이드스크린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Pretendard</vt:lpstr>
      <vt:lpstr>나눔스퀘어 Bold</vt:lpstr>
      <vt:lpstr>맑은 고딕</vt:lpstr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BranchQ — 질문 하나에 36시간</dc:title>
  <dc:subject>PptxGenJS Presentation</dc:subject>
  <dc:creator>김광현</dc:creator>
  <cp:lastModifiedBy>김광현</cp:lastModifiedBy>
  <cp:revision>11</cp:revision>
  <dcterms:created xsi:type="dcterms:W3CDTF">2026-03-31T05:09:24Z</dcterms:created>
  <dcterms:modified xsi:type="dcterms:W3CDTF">2026-03-31T06:05:19Z</dcterms:modified>
</cp:coreProperties>
</file>