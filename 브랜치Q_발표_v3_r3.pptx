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9" r:id="rId11"/>
    <p:sldId id="267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01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2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0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8464" y="1463040"/>
            <a:ext cx="182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</a:t>
            </a:r>
            <a:r>
              <a:rPr lang="en-US" sz="5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정확한 답을 하기까지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069080"/>
            <a:ext cx="304495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김광현  |  </a:t>
            </a:r>
            <a:r>
              <a:rPr lang="en-US" sz="1200" dirty="0" smtClean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Q </a:t>
            </a: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전,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붙잡고 있었던 질문 하나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213055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8346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제가 약 6개월 전, </a:t>
            </a:r>
            <a:r>
              <a:rPr lang="en-US" sz="1500" dirty="0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sz="1500" dirty="0" err="1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Q를</a:t>
            </a:r>
            <a:r>
              <a:rPr lang="en-US" sz="1500" dirty="0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학습시키면서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오래 붙잡고 있었던 질문 하나를 말씀드리려고 합니다.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말씀드리는 건 현재의 이야기가 아니라,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제가 실제로 가장 많이 막혔던 순간의 이야기입니다.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 동안</a:t>
            </a:r>
            <a:endParaRPr lang="en-US" sz="4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거래가 없던 계좌 찾아줘"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1600200"/>
          </a:xfrm>
          <a:prstGeom prst="roundRect">
            <a:avLst>
              <a:gd name="adj" fmla="val 8571"/>
            </a:avLst>
          </a:prstGeom>
          <a:solidFill>
            <a:srgbClr val="F8F9FF"/>
          </a:solidFill>
          <a:ln w="12700">
            <a:solidFill>
              <a:srgbClr val="E0E8FF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봤을 때는 누구나 이렇게 생각합니다.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4389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정도 질문은 AI가 당연히 잘하겠지."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RESPONSE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6583680" cy="5852160"/>
          </a:xfrm>
          <a:prstGeom prst="roundRect">
            <a:avLst>
              <a:gd name="adj" fmla="val 1875"/>
            </a:avLst>
          </a:prstGeom>
          <a:solidFill>
            <a:srgbClr val="F2F4F8"/>
          </a:solidFill>
          <a:ln w="12700">
            <a:solidFill>
              <a:srgbClr val="C5CD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989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ChatGPT 화면 캡처</a:t>
            </a:r>
            <a:endParaRPr lang="en-US" sz="1100" dirty="0"/>
          </a:p>
        </p:txBody>
      </p:sp>
      <p:pic>
        <p:nvPicPr>
          <p:cNvPr id="8" name="Image 0" descr="C:\Users\김광현\Desktop\클로드작업물\mockup_s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48640"/>
            <a:ext cx="6583680" cy="5852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548640"/>
            <a:ext cx="466344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25400" dir="16200000" algn="bl" rotWithShape="0">
              <a:srgbClr val="EF444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71323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713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정답이 아닙니다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143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"방법 설명"이 아닙니다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4928" y="21488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당장 </a:t>
            </a: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 몇 개인지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 있는 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숫자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필요합니다.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3749040"/>
            <a:ext cx="46634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현실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쿼리를 활용하거나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필터를 사용하면...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87552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답변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없는 계좌 12개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 목록 즉시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1219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
</a:t>
            </a:r>
            <a:r>
              <a:rPr lang="en-US" sz="3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아니라, 바로 판단할 수 있는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형태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04672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붙이고, 예시를 넣고,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더 자세히 적으면 될 줄 알았습니다.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94436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294436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344" y="294436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889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30일 동안 거래가 없는 계좌를 찾아줘.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 30일은 오늘 기준 정확히 30일 전(캘린더 기준)이고,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거래는 입금·출금·자동이체 모두 포함해.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단, 내부 이체는 제외하고 외부 거래만 봐줘.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수시 입출금 계좌만 해당하고, 법인·개인 명의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모두 포함해서 회사명 / 계좌번호 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거래일 순으로 정리해줘.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모델 버전이 바뀌면 답이 흔들렸고,</a:t>
            </a: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영역이 확장되면 결과가 달라졌습니다.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답변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924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12일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93408" y="3621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계좌는 총 12개입니다.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3068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13일 (모델 업데이트 후)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45354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내역이 없는 계좌는 확인되지 않습니다.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5257800"/>
            <a:ext cx="8869680" cy="1051560"/>
          </a:xfrm>
          <a:prstGeom prst="roundRect">
            <a:avLst>
              <a:gd name="adj" fmla="val 12174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257800"/>
            <a:ext cx="8869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붙잡고 거의 </a:t>
            </a: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씨름한 뒤에야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한다는 걸 알게 됐습니다.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"/>
            <a:ext cx="12192000" cy="68599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0E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r>
              <a:rPr lang="en-US" sz="4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4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00225"/>
            <a:ext cx="829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이 질문 하나를 해결하기 위해 </a:t>
            </a:r>
            <a:r>
              <a:rPr lang="en-US" dirty="0" err="1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붙잡고</a:t>
            </a: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있었던</a:t>
            </a:r>
            <a:endParaRPr lang="en-US" dirty="0">
              <a:solidFill>
                <a:schemeClr val="bg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4465" y="4514850"/>
            <a:ext cx="6241460" cy="157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3시, 모니터 불빛만 남은 사무실.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수십 번 고쳐 쓰며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이게 안 되지?"를 반복했습니다.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17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182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PRINCIPLES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6400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30일" — 기준이 필요하다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오늘? 영업일? 정산일?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틀린 게 아니라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기준을 정의하지 않았던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규칙이 반영된 언어(DSL)로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"거래"가 뭔지 AI는 모른다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입금만? 출금도? 자동이체까지?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정하지 않으면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겉으로 맞아 보이는데 실제로 틀린 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가장 오래 막혔던 부분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504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8504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맞게 가져와도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길게 나오면 쓸 수 없다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8504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"계좌는 총 12개이며..."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고객은 바로 판단할 수 없다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숫자는 숫자답게,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233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이해하는 것과
사용자가 바로 판단할 수 있도록
결과를 완성하는 건
</a:t>
            </a:r>
            <a:r>
              <a:rPr lang="en-US" sz="3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문제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36시간의 경험에서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5180076" y="155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358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수시입출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거래내역 보여줘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170432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24358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은행별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총입금액 알려줘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3113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수시입출계좌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 보여줘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2157984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23113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말 전체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가용자금 얼마야?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186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사용금액 알려줘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61488" y="3145536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32186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법인카드 한도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잔여한도 보여줘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계좌 목록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61488" y="4133088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42062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세금계산서 목록 보여줘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5120640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1937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61488" y="5120640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51937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보유 증권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보여줘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989320" y="1078992"/>
            <a:ext cx="5989320" cy="5577840"/>
          </a:xfrm>
          <a:prstGeom prst="roundRect">
            <a:avLst>
              <a:gd name="adj" fmla="val 2951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188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188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질문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1225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검증 질문 일부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64592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64592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55664" y="164592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수시입출 거래내역 보여줘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29700" y="164592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9075420" y="164592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358884" y="164592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10만원 이상 출금 거래만 보여줘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197053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97053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55664" y="197053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30일 동안 거래가 없던 계좌 찾아줘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29700" y="197053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9075420" y="197053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58884" y="197053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월별로 수시입출 총입금액 추이 보여줘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229514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229514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55664" y="229514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관련 거래내역만 보여줘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29700" y="229514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8" name="Text 46"/>
          <p:cNvSpPr/>
          <p:nvPr/>
        </p:nvSpPr>
        <p:spPr>
          <a:xfrm>
            <a:off x="9075420" y="229514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358884" y="229514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순수익을 큰 순서로 정렬해줘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2619756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261975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55664" y="261975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사용내역 보여줘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29700" y="2619756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9075420" y="261975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358884" y="261975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 보여줘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26480" y="2944368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294436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55664" y="294436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수시입출계좌 잔액은?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29700" y="2944368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0" name="Text 58"/>
          <p:cNvSpPr/>
          <p:nvPr/>
        </p:nvSpPr>
        <p:spPr>
          <a:xfrm>
            <a:off x="9075420" y="294436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358884" y="294436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매출 세금계산서 목록 보여줘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26480" y="3268980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6172200" y="326898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55664" y="326898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예적금 거래내역 보여줘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29700" y="3268980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6" name="Text 64"/>
          <p:cNvSpPr/>
          <p:nvPr/>
        </p:nvSpPr>
        <p:spPr>
          <a:xfrm>
            <a:off x="9075420" y="326898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358884" y="326898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카드 미결제 금액 알려줘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26480" y="3593592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9" name="Text 67"/>
          <p:cNvSpPr/>
          <p:nvPr/>
        </p:nvSpPr>
        <p:spPr>
          <a:xfrm>
            <a:off x="6172200" y="359359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55664" y="359359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계좌 이자납부액 합계를 월별로 보여줘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029700" y="3593592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2" name="Text 70"/>
          <p:cNvSpPr/>
          <p:nvPr/>
        </p:nvSpPr>
        <p:spPr>
          <a:xfrm>
            <a:off x="9075420" y="359359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358884" y="359359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엔화 환율은?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126480" y="3918204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5" name="Text 73"/>
          <p:cNvSpPr/>
          <p:nvPr/>
        </p:nvSpPr>
        <p:spPr>
          <a:xfrm>
            <a:off x="6172200" y="391820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455664" y="391820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신한은행 수시입출 거래내역 보여줘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029700" y="3918204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8" name="Text 76"/>
          <p:cNvSpPr/>
          <p:nvPr/>
        </p:nvSpPr>
        <p:spPr>
          <a:xfrm>
            <a:off x="9075420" y="391820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358884" y="391820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만기되는 예적금 계좌를 조회해줘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26480" y="4242816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1" name="Text 79"/>
          <p:cNvSpPr/>
          <p:nvPr/>
        </p:nvSpPr>
        <p:spPr>
          <a:xfrm>
            <a:off x="6172200" y="424281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455664" y="424281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승인내역 보여줘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9029700" y="4242816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4" name="Text 82"/>
          <p:cNvSpPr/>
          <p:nvPr/>
        </p:nvSpPr>
        <p:spPr>
          <a:xfrm>
            <a:off x="9075420" y="424281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358884" y="424281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업종이 식음료인 카드 거래내역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26480" y="4567428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7" name="Text 85"/>
          <p:cNvSpPr/>
          <p:nvPr/>
        </p:nvSpPr>
        <p:spPr>
          <a:xfrm>
            <a:off x="6172200" y="456742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455664" y="456742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매출세금계산서 합계 알려줘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029700" y="4567428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0" name="Text 88"/>
          <p:cNvSpPr/>
          <p:nvPr/>
        </p:nvSpPr>
        <p:spPr>
          <a:xfrm>
            <a:off x="9075420" y="456742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358884" y="456742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수시입출계좌 잔액은?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126480" y="489204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3" name="Text 91"/>
          <p:cNvSpPr/>
          <p:nvPr/>
        </p:nvSpPr>
        <p:spPr>
          <a:xfrm>
            <a:off x="6172200" y="489204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455664" y="489204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 수시입출계좌 잔액은?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9029700" y="489204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6" name="Text 94"/>
          <p:cNvSpPr/>
          <p:nvPr/>
        </p:nvSpPr>
        <p:spPr>
          <a:xfrm>
            <a:off x="9075420" y="489204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358884" y="489204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씨앤에스 거래내역만 따로 보여줘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126480" y="521665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9" name="Text 97"/>
          <p:cNvSpPr/>
          <p:nvPr/>
        </p:nvSpPr>
        <p:spPr>
          <a:xfrm>
            <a:off x="6172200" y="521665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455664" y="521665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 세금계산서 목록 보여줘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029700" y="521665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9075420" y="521665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358884" y="521665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수시입출에서 거래건수 가장 많은 날은?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126480" y="554126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5" name="Text 103"/>
          <p:cNvSpPr/>
          <p:nvPr/>
        </p:nvSpPr>
        <p:spPr>
          <a:xfrm>
            <a:off x="6172200" y="554126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455664" y="554126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외화 거래금액 보여줘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9029700" y="554126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8" name="Text 106"/>
          <p:cNvSpPr/>
          <p:nvPr/>
        </p:nvSpPr>
        <p:spPr>
          <a:xfrm>
            <a:off x="9075420" y="554126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9358884" y="554126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USD 평균 환율은?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035040" y="6108192"/>
            <a:ext cx="58978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5989320" y="618134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· · · ·  974개 더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1620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완전히 다른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1155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전에는 되묻기만 했던 질문이, 지금은 즉시 구조화된 데이터로 나옵니다.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EF5F5"/>
          </a:solidFill>
          <a:ln w="12700">
            <a:solidFill>
              <a:srgbClr val="FDB8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8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(6개월 전)</a:t>
            </a:r>
            <a:endParaRPr lang="en-US" sz="1100" dirty="0"/>
          </a:p>
        </p:txBody>
      </p:sp>
      <p:pic>
        <p:nvPicPr>
          <p:cNvPr id="12" name="Image 0" descr="C:\Users\김광현\Desktop\클로드작업물\mockup_s9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965960"/>
            <a:ext cx="438912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6400800" cy="4663440"/>
          </a:xfrm>
          <a:prstGeom prst="roundRect">
            <a:avLst>
              <a:gd name="adj" fmla="val 2353"/>
            </a:avLst>
          </a:prstGeom>
          <a:solidFill>
            <a:srgbClr val="F2FCF5"/>
          </a:solidFill>
          <a:ln w="12700">
            <a:solidFill>
              <a:srgbClr val="86EFA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486400" y="6245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(현재)</a:t>
            </a:r>
            <a:endParaRPr lang="en-US" sz="1100" dirty="0"/>
          </a:p>
        </p:txBody>
      </p:sp>
      <p:pic>
        <p:nvPicPr>
          <p:cNvPr id="18" name="Image 1" descr="C:\Users\김광현\Desktop\클로드작업물\mockup_s9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20240"/>
            <a:ext cx="6400800" cy="466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"/>
            <a:ext cx="182880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180076" y="155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594360"/>
            <a:ext cx="10725912" cy="4754880"/>
          </a:xfrm>
          <a:prstGeom prst="roundRect">
            <a:avLst>
              <a:gd name="adj" fmla="val 4808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77240"/>
            <a:ext cx="107259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정답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400" dirty="0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altLang="ko-KR" sz="1400" dirty="0" err="1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r>
              <a:rPr lang="en-US" sz="1400" dirty="0" err="1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r>
              <a:rPr lang="en-US" sz="1400" dirty="0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나아가야 할 기준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71600" y="5532120"/>
            <a:ext cx="9445752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69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56509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56692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5669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56509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566807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 smtClean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%도 불안합니다.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그 기업들은
</a:t>
            </a:r>
            <a:r>
              <a:rPr lang="en-US" sz="2200" b="1" dirty="0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sz="2200" b="1" dirty="0" err="1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Q에게</a:t>
            </a:r>
            <a:r>
              <a:rPr lang="en-US" sz="2200" b="1" dirty="0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일을 먼저 묻고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시작하게 될 겁니다.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145743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4612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27248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127248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9884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29884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732520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24612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27248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27248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9884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29884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732520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076956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29884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879592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32520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682228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12E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5" name="Text 3"/>
          <p:cNvSpPr/>
          <p:nvPr/>
        </p:nvSpPr>
        <p:spPr>
          <a:xfrm>
            <a:off x="1385316" y="477239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만 개 기업이 매일 아침 브랜치를 켜고 하루를 시작합니다.</a:t>
            </a:r>
            <a:endParaRPr lang="en-US" sz="1600" dirty="0"/>
          </a:p>
        </p:txBody>
      </p:sp>
      <p:sp>
        <p:nvSpPr>
          <p:cNvPr id="36" name="Text 4"/>
          <p:cNvSpPr/>
          <p:nvPr/>
        </p:nvSpPr>
        <p:spPr>
          <a:xfrm>
            <a:off x="4357115" y="4144115"/>
            <a:ext cx="3531414" cy="10192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684</Words>
  <Application>Microsoft Office PowerPoint</Application>
  <PresentationFormat>와이드스크린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</vt:lpstr>
      <vt:lpstr>나눔스퀘어 Bold</vt:lpstr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BranchQ — 질문 하나에 36시간</dc:title>
  <dc:subject>PptxGenJS Presentation</dc:subject>
  <dc:creator>김광현</dc:creator>
  <cp:lastModifiedBy>김광현</cp:lastModifiedBy>
  <cp:revision>11</cp:revision>
  <dcterms:created xsi:type="dcterms:W3CDTF">2026-03-31T05:09:24Z</dcterms:created>
  <dcterms:modified xsi:type="dcterms:W3CDTF">2026-03-31T06:05:19Z</dcterms:modified>
</cp:coreProperties>
</file>