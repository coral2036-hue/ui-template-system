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브랜치Q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하나에 36시간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AI가 정확한 답을 하기까지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51D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34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김광현  |  브랜치Q 담당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457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전,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오래 붙잡고 있었던 질문 하나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74320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3464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오늘은 제가 약 6개월 전, 브랜치Q를 학습시키면서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정말 오래 붙잡고 있었던 질문 하나를 말씀드리려고 합니다.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5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말씀드리는 건 현재의 이야기가 아니라,</a:t>
            </a:r>
            <a:endParaRPr lang="en-US" sz="1600" dirty="0"/>
          </a:p>
          <a:p>
            <a:pPr indent="0" marL="0">
              <a:buNone/>
            </a:pPr>
            <a:r>
              <a:rPr lang="en-US" sz="15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그때 제가 실제로 가장 많이 막혔던 순간의 이야기입니다.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질문은 아주 단순했습니다.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30일 동안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거래가 없던 계좌 찾아줘.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5661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 봤을 때는 누구나 이렇게 생각합니다.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“이 정도 질문은 AI가 당연히 잘하겠지.”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AI에 넣어보면?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GPT나 Claude에 그대로 넣어보면 꽤 자연스러운 답이 나옵니다.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7680960" cy="54864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답변 예시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“최근 30일간 거래 내역이 없는 계좌를 확인하려면</a:t>
            </a:r>
            <a:endParaRPr lang="en-US" sz="1100" dirty="0"/>
          </a:p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데이터를 조회해야 합니다...”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겉으로 보면 좋은 답변입니다.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그런데 금융에서는 이게 정답이 아닙니다.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고객이 원하는 건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설명이 아니라,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3716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바로 판단할 수 있는 데이터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3474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계좌가 몇 개인지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977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계좌가 멈춰 있는지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526280"/>
            <a:ext cx="320040" cy="320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4480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바로 판단할 수 있는 형태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프롬프트를 길게 쓰면 해결될까?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01168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39319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설명을 붙이고, 예시를 넣고,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조건을 더 자세히 적으면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더 정확해질 거라고 믿었습니다.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201168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554480"/>
            <a:ext cx="3931920" cy="41148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그런데 실제로는 그렇지 않았습니다.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조금만 바뀌어도 답이 흔들렸고,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환경이 달라져도 결과가 달라졌습니다.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질문 하나를 붙잡고 거의 36시간을 씨름한 뒤에야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가지가 동시에 맞아야 한다는 걸 알게 됐습니다.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가지가 동시에 맞아야 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2743200" cy="32918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508760"/>
            <a:ext cx="27432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설정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"최근 30일" — 기준이 필요하다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오늘? 영업일? 정산일?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틀린 게 아니라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기준을 정의하지 않았던 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업무 규칙이 반영된 언어(DSL)로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변환하는 구조를 만들었다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43200" cy="32918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087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319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 파악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319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"거래"가 뭔지 AI는 모른다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입금만? 출금도? 자동이체까지?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정확히 정하지 않으면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겉으로는 맞아 보이는데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실제로는 틀린 답이 나온다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오래 막혔던 부분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2743200" cy="32918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50876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122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표현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122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331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맞게 가져와도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문장으로 길게 나오면 쓸 수 없다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"계좌는 총 12개이며..."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고객은 바로 판단할 수 없다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숫자는 숫자답게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계좌는 계좌답게, 구조화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질문을 이해하는 것과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바로 판단할 수 있도록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 완성하는 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8288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완전히 다른 문제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0" y="3657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0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&amp; 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질문, 완전히 다른 결과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이후로 같은 질문도 완전히 달라졌습니다.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전에는 흔들렸던 질문이, 지금은 안정적으로 같은 형태로 나옵니다.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931920" cy="22860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화면 삽입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(Before)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60520" y="3291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560320"/>
            <a:ext cx="3931920" cy="2286000"/>
          </a:xfrm>
          <a:prstGeom prst="rect">
            <a:avLst/>
          </a:prstGeom>
          <a:solidFill>
            <a:srgbClr val="EBEBEB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5603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화면 삽입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(After)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1,000개 질문으로 검증하다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경험이 쌓이면서 저희 팀은 질문을 하나씩 관리하기 시작했습니다.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 시작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→ 추가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업무별·오류별 분류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1,000개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0352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질문 세트 운영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예전: 질문 하나에 36시간  →  지금: 10분마다 하나씩 질문-답변 세트 생성·검증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384048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49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정답률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3794760"/>
            <a:ext cx="3840480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749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4846320" y="4389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목표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100%냐고요? 금융에서는 99%도 불안합니다. 고객은 항상 100%를 기대하기 때문입니다.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만 개 기업이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아침 브랜치를 켜고 하루를 시작합니다.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저는 확신합니다.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8288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 안에 그 기업들은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브랜치를 켜는 것에서 끝나는 게 아니라,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브랜치Q에게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해야 할 일을 먼저 묻고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하루를 시작하게 될 겁니다.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1D4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754880"/>
            <a:ext cx="76809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브랜치Q, 질문 하나에 36시간</dc:title>
  <dc:subject>PptxGenJS Presentation</dc:subject>
  <dc:creator>김광현</dc:creator>
  <cp:lastModifiedBy>김광현</cp:lastModifiedBy>
  <cp:revision>1</cp:revision>
  <dcterms:created xsi:type="dcterms:W3CDTF">2026-03-26T22:48:22Z</dcterms:created>
  <dcterms:modified xsi:type="dcterms:W3CDTF">2026-03-26T22:48:22Z</dcterms:modified>
</cp:coreProperties>
</file>