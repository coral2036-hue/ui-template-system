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033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하나에 36시간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AI가 정확한 답을 하기까지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1D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김광현  |  브랜치Q 담당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전,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붙잡고 있었던 질문 하나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432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제가 약 6개월 전, 브랜치Q를 학습시키면서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오래 붙잡고 있었던 질문 하나를 말씀드리려고 합니다.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말씀드리는 건 현재의 이야기가 아니라,</a:t>
            </a:r>
            <a:endParaRPr lang="en-US" sz="1600" dirty="0"/>
          </a:p>
          <a:p>
            <a:pPr marL="0" indent="0">
              <a:buNone/>
            </a:pPr>
            <a:r>
              <a:rPr lang="en-US" sz="1500" i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제가 실제로 가장 많이 막혔던 순간의 이야기입니다.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아주 단순했습니다.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동안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거래가 없던 계좌 찾아줘.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66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봤을 때는 누구나 이렇게 생각합니다.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정도 질문은 AI가 당연히 잘하겠지.”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AI에 넣어보면?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</a:t>
            </a:r>
            <a:r>
              <a:rPr lang="en-US" sz="1500" dirty="0" err="1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15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Claude에 그대로 넣어보면 꽤 자연스러운 답이 나옵니다.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7680960" cy="54864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 예시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“최근 30일간 거래 내역이 없는 계좌를 확인하려면</a:t>
            </a:r>
            <a:endParaRPr lang="en-US" sz="11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데이터를 조회해야 합니다...”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겉으로 보면 좋은 답변입니다.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금융에서는 이게 정답이 아닙니다.</a:t>
            </a:r>
            <a:endParaRPr lang="en-US" sz="1800" dirty="0"/>
          </a:p>
        </p:txBody>
      </p:sp>
      <p:sp>
        <p:nvSpPr>
          <p:cNvPr id="10" name="Shape 4"/>
          <p:cNvSpPr/>
          <p:nvPr/>
        </p:nvSpPr>
        <p:spPr>
          <a:xfrm>
            <a:off x="5590540" y="1867632"/>
            <a:ext cx="3931920" cy="156136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실제 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GPT or </a:t>
            </a:r>
            <a:r>
              <a:rPr lang="ko-KR" altLang="en-US" dirty="0" err="1" smtClean="0">
                <a:solidFill>
                  <a:schemeClr val="bg1">
                    <a:lumMod val="65000"/>
                  </a:schemeClr>
                </a:solidFill>
              </a:rPr>
              <a:t>클로드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답변 삽입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원하는 건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설명이 아니라,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판단할 수 있는 데이터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계좌가 몇 개인지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계좌가 멈춰 있는지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판단할 수 있는 형태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011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붙이고, 예시를 넣고,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더 자세히 적으면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더 정확해질 거라고 믿었습니다.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2011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실제로는 그렇지 않았습니다.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조금만 바뀌어도 답이 흔들렸고,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 달라져도 결과가 달라졌습니다.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질문 하나를 붙잡고 거의 36시간을 씨름한 뒤에야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동시에 맞아야 한다는 걸 알게 됐습니다.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동시에 맞아야 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0876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"최근 30일" — 기준이 필요하다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오늘? 영업일? 정산일?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틀린 게 아니라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기준을 정의하지 않았던 것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업무 규칙이 반영된 언어(DSL)</a:t>
            </a:r>
            <a:r>
              <a:rPr lang="en-US" sz="1200" dirty="0" smtClean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dirty="0" err="1" smtClean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변환하는</a:t>
            </a:r>
            <a:r>
              <a:rPr lang="en-US" sz="1200" dirty="0" smtClean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만들었다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파악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"거래"가 뭔지 AI는 모른다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입금만? 출금도? 자동이체까지?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정하지 않으면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겉으로는 맞아 보이는데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틀린 답이 나온다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오래 막혔던 부분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5087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표현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맞게 가져와도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문장으로 길게 나오면 쓸 수 없다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"계좌는 총 12개이며..."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고객은 바로 판단할 수 없다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숫자답게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계좌는 계좌답게, 구조화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이해하는 것과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바로 판단할 수 있도록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완성하는 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828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다른 문제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0" y="3657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완전히 다른 결과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이후로 같은 질문도 완전히 달라졌습니다.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전에는 흔들렸던 질문이, 지금은 안정적으로 같은 형태로 나옵니다.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22860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삽입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(Before)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60520" y="3291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solidFill>
            <a:srgbClr val="EBEBE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삽입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(After)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1,000개 질문으로 검증하다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경험이 쌓이면서 저희 팀은 질문을 하나씩 관리하기 시작했습니다.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0972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시작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→ 추가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· 오류별 분류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질문 세트 운영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예전: 질문 하나에 36시간   →   지금: 10분마다 하나씩 질문-답변 세트 생성 · 검증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9776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22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정답률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794760"/>
            <a:ext cx="3977640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822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0916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목표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100%냐고요? 금융에서는 99%도 불안합니다. 고객은 항상 100%를 기대하기 때문입니다.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만 개 기업이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브랜치를 켜고 하루를 시작합니다.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확신합니다.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안에 그 기업들은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브랜치를 켜는 것에서 끝나는 게 아니라,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브랜치Q에게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해야 할 일을 먼저 묻고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시작하게 될 겁니다.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1D4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539</Words>
  <Application>Microsoft Office PowerPoint</Application>
  <PresentationFormat>화면 슬라이드 쇼(16:9)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Malgun Gothic</vt:lpstr>
      <vt:lpstr>Malgun Gothic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브랜치Q, 질문 하나에 36시간</dc:title>
  <dc:subject>PptxGenJS Presentation</dc:subject>
  <dc:creator>김광현</dc:creator>
  <cp:lastModifiedBy>김광현</cp:lastModifiedBy>
  <cp:revision>8</cp:revision>
  <dcterms:created xsi:type="dcterms:W3CDTF">2026-03-26T23:18:04Z</dcterms:created>
  <dcterms:modified xsi:type="dcterms:W3CDTF">2026-03-27T01:41:17Z</dcterms:modified>
</cp:coreProperties>
</file>