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937"/>
                </a:solidFill>
                <a:latin typeface="Arial"/>
              </a:rPr>
              <a:t>부서별 급여이체 금액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이체금액(억)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B55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경영지원</c:v>
                  </c:pt>
                  <c:pt idx="1">
                    <c:v>IT개발</c:v>
                  </c:pt>
                  <c:pt idx="2">
                    <c:v>영업</c:v>
                  </c:pt>
                  <c:pt idx="3">
                    <c:v>연구소</c:v>
                  </c:pt>
                  <c:pt idx="4">
                    <c:v>해외사업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6.8</c:v>
                </c:pt>
                <c:pt idx="2">
                  <c:v>4.5</c:v>
                </c:pt>
                <c:pt idx="3">
                  <c:v>2.9</c:v>
                </c:pt>
                <c:pt idx="4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B55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예상 유입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15.2</c:v>
                </c:pt>
                <c:pt idx="2">
                  <c:v>8.7</c:v>
                </c:pt>
                <c:pt idx="3">
                  <c:v>22.1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예상 유출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18.3</c:v>
                </c:pt>
                <c:pt idx="1">
                  <c:v>9.8</c:v>
                </c:pt>
                <c:pt idx="2">
                  <c:v>11.2</c:v>
                </c:pt>
                <c:pt idx="3">
                  <c:v>25.6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잔액(억)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B55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수시입출금</c:v>
                  </c:pt>
                  <c:pt idx="1">
                    <c:v>정기예금</c:v>
                  </c:pt>
                  <c:pt idx="2">
                    <c:v>정기적금</c:v>
                  </c:pt>
                  <c:pt idx="3">
                    <c:v>외화예금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198.5</c:v>
                </c:pt>
                <c:pt idx="1">
                  <c:v>65</c:v>
                </c:pt>
                <c:pt idx="2">
                  <c:v>24.8</c:v>
                </c:pt>
                <c:pt idx="3">
                  <c:v>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B55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챗봇 응답 블록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케이스별 샘플 화면 가이드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K-Branch 기업자금관리서비스  |  2026.03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371600"/>
            <a:ext cx="1097280" cy="1097280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2103120"/>
            <a:ext cx="731520" cy="73152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블록 시스템 개요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질의 유형  ×  15개 블록 타입  ×  공통 푸터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P1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질의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+ 테이블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1732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P2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질의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+ 차트 + 패턴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54864" cy="146304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🔮 P3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질의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전망 + 콜아웃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08960"/>
            <a:ext cx="54864" cy="1463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🚨 P4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이상거래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뱃지 + 점수 테이블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108960"/>
            <a:ext cx="54864" cy="1463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📖 P5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상담/가이드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52044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안내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0896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P6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30936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보고서 생성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 블록 타입: text-content, report-header, number-stat, summary-cards, data-table, bar-chart, line-chart, alert-box, callout, pattern-analysis, steps, key-value, approval-box, source-box, related-questions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General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질의 — 외화 계좌 잔액 조회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플로우:  텍스트답변 → 데이터테이블 → 관련질문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0" y="1051560"/>
            <a:ext cx="36576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외화 계좌 잔액 현황 보여줘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8046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783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🤖 Sonnet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3월 기준 외화 계좌 잔액 현황을 안내드립니다.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23160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1097280"/>
                <a:gridCol w="18288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계좌번호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은행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잔액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110-55-0012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USD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하나은행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$125,430.50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220-88-0034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EUR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우리은행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€42,180.00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330-11-0056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JPY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국민은행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¥8,750,000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440-22-0078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CNY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신한은행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¥285,600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8A0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한도근접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22960" y="4206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질문:  외화 계좌 거래내역을 보여줘  |  오늘 환율 조회해줘  |  외화 송금 방법 알려줘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4572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 PDF    📊 엑셀    📤 공유    ⚠ 신고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질의 — 3월 급여이체 현황 리포트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플로우:  보고서헤더 → 숫자통계 → 패턴분석 → 데이터테이블 → 알림경고 → 바차트 → 단계안내 → 출처정보 → 관련질문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3월 급여이체 현황 분석 리포트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2026.03.01 ~ 2026.03.28 기준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1783080"/>
            <a:ext cx="1188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342건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121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이체건수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+8.2%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1783080"/>
            <a:ext cx="1188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18.7억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57400" y="2121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이체금액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+3.5%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1783080"/>
            <a:ext cx="1188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547만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2121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평균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-4.3%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2788920"/>
            <a:ext cx="3657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2788920"/>
            <a:ext cx="4572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2816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급여 지급일 집중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017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25일 단일 날짜에 72% 집중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3383280"/>
            <a:ext cx="3657600" cy="502920"/>
          </a:xfrm>
          <a:prstGeom prst="rect">
            <a:avLst/>
          </a:prstGeom>
          <a:solidFill>
            <a:srgbClr val="FEFCE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3383280"/>
            <a:ext cx="45720" cy="5029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410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수령자 증가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6118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 대비 15명 증가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7240" y="3977640"/>
            <a:ext cx="3657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977640"/>
            <a:ext cx="4572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4005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이체 정상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206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285건 전량 정상 처리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105156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35" name="Chart 0" descr=""/>
          <p:cNvGraphicFramePr/>
          <p:nvPr/>
        </p:nvGraphicFramePr>
        <p:xfrm>
          <a:off x="5029200" y="1143000"/>
          <a:ext cx="33832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5029200" y="3154680"/>
            <a:ext cx="3383280" cy="594360"/>
          </a:xfrm>
          <a:prstGeom prst="rect">
            <a:avLst/>
          </a:prstGeom>
          <a:solidFill>
            <a:srgbClr val="FEFCE8"/>
          </a:solidFill>
          <a:ln w="6350">
            <a:solidFill>
              <a:srgbClr val="FEF08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6636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해외사업부 보류 건 확인 필요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3건(1,850만원) 수령 계좌 변경으로 보류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2920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권고 조치사항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보류 건 확인  ② 한도 재조정  ③ 계좌 검증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 PDF    📊 엑셀    📤 공유    ⚠ 신고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Forecast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질의 — 4월 자금 유출입 예측 보고서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플로우:  보고서헤더 → 데이터테이블 → 콜아웃/팁 → 바차트 → 관련질문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🔮 2026년 4월 자금 유출입 예측 보고서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822960"/>
                <a:gridCol w="82296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유입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유출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 유출입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12.5억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18.3억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-5.8억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15.2억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9.8억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+5.4억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8.7억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11.2억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-2.5억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A8A0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22.1억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25.6억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-3.5억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5029200" y="1508760"/>
          <a:ext cx="3383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777240" y="3657600"/>
            <a:ext cx="7589520" cy="640080"/>
          </a:xfrm>
          <a:prstGeom prst="rect">
            <a:avLst/>
          </a:prstGeom>
          <a:solidFill>
            <a:srgbClr val="FEFCE8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3657600"/>
            <a:ext cx="45720" cy="6400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3" name="Text 9"/>
          <p:cNvSpPr/>
          <p:nvPr/>
        </p:nvSpPr>
        <p:spPr>
          <a:xfrm>
            <a:off x="960120" y="3703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유동성 리스크 주의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1주차, 4주차 자금 유출 초과 예상. 법인세 납부(8.5억) + 급여이체(18.7억)가 주요 유출 요인. 최소 6.4억 유동성 확보 권장.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" y="4389120"/>
            <a:ext cx="7589520" cy="3657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389120"/>
            <a:ext cx="4572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074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📝 본 예측은 최근 3년간 동월 데이터의 가중 이동평균 기반. 실제 자금흐름과 차이 가능.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Anomaly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이상거래 — 감지 알림 응답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플로우:  데이터테이블(뱃지+점수) → 관련질문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7일간 이상거래 5건 감지 (긴급 2건)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7589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280160"/>
                <a:gridCol w="1005840"/>
                <a:gridCol w="73152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유형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위험도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점수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03.28 02:15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110-55-0012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심야 대량이체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긴급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03.27 23:42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220-88-0034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비인가 IP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3,200만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긴급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03.27 14:30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330-11-0056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소액이체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A8A0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주의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A58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03.26 09:15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110-55-0012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신규거래처 대량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A8A0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주의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03.25 16:50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440-22-0078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 이탈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950만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참고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563E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41148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질문:  긴급 건 상세 내역 보여줘  |  110-55-0012 거래내역 조회  |  이상거래 신고 절차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 PDF    📊 엑셀    📤 공유    ⚠ 신고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 Consult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상담/가이드 — 다계좌이체 등록 안내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플로우:  텍스트답변 → 단계안내 → 출처정보(다운로드) → 관련질문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143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다계좌이체 등록 절차를 안내드립니다.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[대금지급] &gt; [다계좌이체] 메뉴에서 진행하실 수 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2121408"/>
            <a:ext cx="0" cy="329184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8105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다계좌이체 메뉴 진입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0299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[대금지급] &gt; [다계좌이체] 선택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468880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2761488"/>
            <a:ext cx="0" cy="329184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4505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출금 계좌 선택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67004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잔액과 이체한도 확인 후 선택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108960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" y="3401568"/>
            <a:ext cx="0" cy="329184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0906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입금 계좌 등록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3101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입력 또는 엑셀 업로드 (최대 300건)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3749040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7307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결재 요청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39502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결재선에 따라 승인자에게 전달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4251960"/>
            <a:ext cx="758952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2793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📎 출처: 통합CMS 사용자 매뉴얼 v3.2  |  📥 다계좌이체_퀵가이드.pdf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📥 매뉴얼 다운    📤 공유    ⚠ 신고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 — 3월 말 자금 포지션 보고서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플로우:  보고서헤더 → 키값목록 → 결재선 → 숫자통계 → 데이터테이블 → 바차트 → 알림경고 → 출처정보 → 관련질문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3월 말 자금 포지션 보고서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기준일자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508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3월 28일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웹케시씨앤에스(주)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관리계좌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(원화 18 / 외화 6)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377440"/>
            <a:ext cx="11430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377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김재무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2377440"/>
            <a:ext cx="11430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377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팀장: 이경영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2377440"/>
            <a:ext cx="11430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377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본부장: ___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3017520"/>
            <a:ext cx="86868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063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487.3억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자산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37360" y="3017520"/>
            <a:ext cx="86868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3063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312.5억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37360" y="3337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가용자금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97480" y="3017520"/>
            <a:ext cx="86868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063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85.0억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97480" y="3337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대출잔액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0" y="3017520"/>
            <a:ext cx="86868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063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89.8억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0" y="3337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예적금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77240" y="3840480"/>
            <a:ext cx="3657600" cy="411480"/>
          </a:xfrm>
          <a:prstGeom prst="rect">
            <a:avLst/>
          </a:prstGeom>
          <a:solidFill>
            <a:srgbClr val="ECFEFF"/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858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5E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ℹ 4/15 정기예금 만기(20.0억) — 재예치/해지 결정 필요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7240" y="4315968"/>
            <a:ext cx="365760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대출잔액 전월비 -3.5% — 상환계획 부합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105156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38" name="Chart 0" descr=""/>
          <p:cNvGraphicFramePr/>
          <p:nvPr/>
        </p:nvGraphicFramePr>
        <p:xfrm>
          <a:off x="5029200" y="1143000"/>
          <a:ext cx="33832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108960"/>
          <a:ext cx="3383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유형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잔액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비중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수시입출금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198.5억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40.7%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정기예금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65.0억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13.3%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외화예금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114.0억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23.4%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-85.0억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17.4%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6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💾 저장    📄 PDF    📊 엑셀    📤 공유    ⚠ 신고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챗봇 응답 블록 - 케이스별 샘플 화면</dc:title>
  <dc:subject>PptxGenJS Presentation</dc:subject>
  <dc:creator>K-Branch AI</dc:creator>
  <cp:lastModifiedBy>K-Branch AI</cp:lastModifiedBy>
  <cp:revision>1</cp:revision>
  <dcterms:created xsi:type="dcterms:W3CDTF">2026-03-30T05:02:06Z</dcterms:created>
  <dcterms:modified xsi:type="dcterms:W3CDTF">2026-03-30T05:02:06Z</dcterms:modified>
</cp:coreProperties>
</file>