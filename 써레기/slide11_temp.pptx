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180076" y="15544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5180076" y="155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594360"/>
            <a:ext cx="10725912" cy="4754880"/>
          </a:xfrm>
          <a:prstGeom prst="roundRect">
            <a:avLst>
              <a:gd name="adj" fmla="val 4808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77240"/>
            <a:ext cx="107259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D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정답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A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AI가 나아가야 할 기준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5532120"/>
            <a:ext cx="9445752" cy="1371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669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정답률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565099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56692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5669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565099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61120" y="56875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금융에서는 99%도 불안합니다.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2026-03-31T05:59:30Z</dcterms:created>
  <dcterms:modified xsi:type="dcterms:W3CDTF">2026-03-31T05:59:30Z</dcterms:modified>
</cp:coreProperties>
</file>