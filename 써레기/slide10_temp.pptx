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180076" y="15544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5180076" y="155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질문으로 시작했습니다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358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수시입출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거래내역 보여줘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170432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24358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은행별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총입금액 알려줘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3113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수시입출계좌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 보여줘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61488" y="2157984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23113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말 전체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가용자금 얼마야?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186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사용금액 알려줘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61488" y="3145536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32186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법인카드 한도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잔여한도 보여줘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계좌 목록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61488" y="4133088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420624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세금계산서 목록 보여줘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5120640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1937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달러 환율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61488" y="5120640"/>
            <a:ext cx="2377440" cy="896112"/>
          </a:xfrm>
          <a:prstGeom prst="roundRect">
            <a:avLst>
              <a:gd name="adj" fmla="val 1020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51937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보유 증권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보여줘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989320" y="1078992"/>
            <a:ext cx="5989320" cy="5577840"/>
          </a:xfrm>
          <a:prstGeom prst="roundRect">
            <a:avLst>
              <a:gd name="adj" fmla="val 2951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18872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188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질문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1225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검증 질문 일부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64592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64592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55664" y="164592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수시입출 거래내역 보여줘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29700" y="164592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9075420" y="164592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358884" y="164592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10만원 이상 출금 거래만 보여줘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197053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97053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55664" y="197053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30일 동안 거래가 없던 계좌 찾아줘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29700" y="197053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9075420" y="197053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358884" y="197053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월별로 수시입출 총입금액 추이 보여줘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229514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229514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55664" y="229514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 관련 거래내역만 보여줘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29700" y="229514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8" name="Text 46"/>
          <p:cNvSpPr/>
          <p:nvPr/>
        </p:nvSpPr>
        <p:spPr>
          <a:xfrm>
            <a:off x="9075420" y="229514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358884" y="229514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은행별 순수익을 큰 순서로 정렬해줘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2619756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261975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55664" y="261975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 사용내역 보여줘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29700" y="2619756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4" name="Text 52"/>
          <p:cNvSpPr/>
          <p:nvPr/>
        </p:nvSpPr>
        <p:spPr>
          <a:xfrm>
            <a:off x="9075420" y="261975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358884" y="261975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달러 환율 보여줘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26480" y="2944368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7" name="Text 55"/>
          <p:cNvSpPr/>
          <p:nvPr/>
        </p:nvSpPr>
        <p:spPr>
          <a:xfrm>
            <a:off x="6172200" y="294436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55664" y="294436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수시입출계좌 잔액은?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29700" y="2944368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0" name="Text 58"/>
          <p:cNvSpPr/>
          <p:nvPr/>
        </p:nvSpPr>
        <p:spPr>
          <a:xfrm>
            <a:off x="9075420" y="294436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358884" y="294436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매출 세금계산서 목록 보여줘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26480" y="3268980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3" name="Text 61"/>
          <p:cNvSpPr/>
          <p:nvPr/>
        </p:nvSpPr>
        <p:spPr>
          <a:xfrm>
            <a:off x="6172200" y="326898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55664" y="326898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예적금 거래내역 보여줘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029700" y="3268980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6" name="Text 64"/>
          <p:cNvSpPr/>
          <p:nvPr/>
        </p:nvSpPr>
        <p:spPr>
          <a:xfrm>
            <a:off x="9075420" y="326898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358884" y="326898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카드 미결제 금액 알려줘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26480" y="3593592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9" name="Text 67"/>
          <p:cNvSpPr/>
          <p:nvPr/>
        </p:nvSpPr>
        <p:spPr>
          <a:xfrm>
            <a:off x="6172200" y="359359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55664" y="359359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계좌 이자납부액 합계를 월별로 보여줘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029700" y="3593592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2" name="Text 70"/>
          <p:cNvSpPr/>
          <p:nvPr/>
        </p:nvSpPr>
        <p:spPr>
          <a:xfrm>
            <a:off x="9075420" y="359359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358884" y="359359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엔화 환율은?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126480" y="3918204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5" name="Text 73"/>
          <p:cNvSpPr/>
          <p:nvPr/>
        </p:nvSpPr>
        <p:spPr>
          <a:xfrm>
            <a:off x="6172200" y="391820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455664" y="391820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신한은행 수시입출 거래내역 보여줘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029700" y="3918204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8" name="Text 76"/>
          <p:cNvSpPr/>
          <p:nvPr/>
        </p:nvSpPr>
        <p:spPr>
          <a:xfrm>
            <a:off x="9075420" y="391820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358884" y="391820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만기되는 예적금 계좌를 조회해줘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26480" y="4242816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1" name="Text 79"/>
          <p:cNvSpPr/>
          <p:nvPr/>
        </p:nvSpPr>
        <p:spPr>
          <a:xfrm>
            <a:off x="6172200" y="424281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455664" y="424281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 승인내역 보여줘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9029700" y="4242816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4" name="Text 82"/>
          <p:cNvSpPr/>
          <p:nvPr/>
        </p:nvSpPr>
        <p:spPr>
          <a:xfrm>
            <a:off x="9075420" y="4242816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358884" y="4242816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업종이 식음료인 카드 거래내역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126480" y="4567428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7" name="Text 85"/>
          <p:cNvSpPr/>
          <p:nvPr/>
        </p:nvSpPr>
        <p:spPr>
          <a:xfrm>
            <a:off x="6172200" y="456742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455664" y="456742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매출세금계산서 합계 알려줘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029700" y="4567428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0" name="Text 88"/>
          <p:cNvSpPr/>
          <p:nvPr/>
        </p:nvSpPr>
        <p:spPr>
          <a:xfrm>
            <a:off x="9075420" y="4567428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9358884" y="4567428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수시입출계좌 잔액은?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126480" y="489204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3" name="Text 91"/>
          <p:cNvSpPr/>
          <p:nvPr/>
        </p:nvSpPr>
        <p:spPr>
          <a:xfrm>
            <a:off x="6172200" y="489204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455664" y="489204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 수시입출계좌 잔액은?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9029700" y="4892040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6" name="Text 94"/>
          <p:cNvSpPr/>
          <p:nvPr/>
        </p:nvSpPr>
        <p:spPr>
          <a:xfrm>
            <a:off x="9075420" y="4892040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358884" y="4892040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씨앤에스 거래내역만 따로 보여줘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126480" y="521665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9" name="Text 97"/>
          <p:cNvSpPr/>
          <p:nvPr/>
        </p:nvSpPr>
        <p:spPr>
          <a:xfrm>
            <a:off x="6172200" y="521665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455664" y="521665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매입 세금계산서 목록 보여줘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029700" y="5216652"/>
            <a:ext cx="2811780" cy="3246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9075420" y="5216652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9358884" y="5216652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수시입출에서 거래건수 가장 많은 날은?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6126480" y="554126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5" name="Text 103"/>
          <p:cNvSpPr/>
          <p:nvPr/>
        </p:nvSpPr>
        <p:spPr>
          <a:xfrm>
            <a:off x="6172200" y="554126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455664" y="554126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은행별 외화 거래금액 보여줘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9029700" y="5541264"/>
            <a:ext cx="2811780" cy="3246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8" name="Text 106"/>
          <p:cNvSpPr/>
          <p:nvPr/>
        </p:nvSpPr>
        <p:spPr>
          <a:xfrm>
            <a:off x="9075420" y="5541264"/>
            <a:ext cx="2743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9358884" y="5541264"/>
            <a:ext cx="2436876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USD 평균 환율은?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035040" y="6108192"/>
            <a:ext cx="58978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1" name="Text 109"/>
          <p:cNvSpPr/>
          <p:nvPr/>
        </p:nvSpPr>
        <p:spPr>
          <a:xfrm>
            <a:off x="5989320" y="618134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· · · ·  974개 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2026-03-31T06:38:46Z</dcterms:created>
  <dcterms:modified xsi:type="dcterms:W3CDTF">2026-03-31T06:38:46Z</dcterms:modified>
</cp:coreProperties>
</file>